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75887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Edukacja muzyczna i śpiew w naszej szkole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 i="1">
                <a:solidFill>
                  <a:srgbClr val="DEEAF6"/>
                </a:solidFill>
                <a:latin typeface="Calibri"/>
              </a:rPr>
              <a:t>Program zajęć zgodny z podstawą programową kształcenia ogólnego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DEEAF6"/>
                </a:solidFill>
                <a:latin typeface="Calibri"/>
              </a:rPr>
              <a:t>Szkoła podstawowa · klasy 1–3, 4–7 oraz chór szkolny</a:t>
            </a:r>
          </a:p>
          <a:p>
            <a:r>
              <a:rPr sz="1500" b="0" i="0">
                <a:solidFill>
                  <a:srgbClr val="DEEAF6"/>
                </a:solidFill>
                <a:latin typeface="Calibri"/>
              </a:rPr>
              <a:t>rok szkolny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WPROWADZENIE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Dlaczego muzyka i śpiew?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Śpiew i muzyka to nie „przedmiot dodatkowy” — to rozwój emocji, pamięci, koncentracji i pracy zespołowej.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Muzyka buduje tożsamość narodową i wspólnotę szkoły.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Moja propozycja: doświadczenie wokalne + gotowy, zgodny z prawem program.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Cel nadrzędny: żywe, praktyczne lekcje, w których śpiewa KAŻDE dziecko.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PODSTAWA PRAWNA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Na czym opieramy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Rozporządzenie MEN z 14 lutego 2017 r. w sprawie podstawy programowej kształcenia ogólnego.</a:t>
            </a:r>
          </a:p>
          <a:p>
            <a:pPr lvl="1">
              <a:spcBef>
                <a:spcPts val="200"/>
              </a:spcBef>
              <a:spcAft>
                <a:spcPts val="1000"/>
              </a:spcAft>
            </a:pPr>
            <a:r>
              <a:rPr sz="1300" b="0" i="0">
                <a:solidFill>
                  <a:srgbClr val="2E75B6"/>
                </a:solidFill>
                <a:latin typeface="Calibri"/>
              </a:rPr>
              <a:t>     –  </a:t>
            </a:r>
            <a:r>
              <a:rPr sz="1500" b="0" i="0">
                <a:solidFill>
                  <a:srgbClr val="595959"/>
                </a:solidFill>
                <a:latin typeface="Calibri"/>
              </a:rPr>
              <a:t>Dziennik Ustaw 2017, poz. 356.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Załącznik nr 1 — edukacja wczesnoszkolna (kl. 1–3): edukacja muzyczna.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Załącznik nr 2 — „Muzyka” jako przedmiot w kl. IV–VII (1 godz./tydzień).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Program w pełni realizuje wymagania — nic „obok” podstawy.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5B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834640"/>
            <a:ext cx="14630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EEAF6"/>
                </a:solidFill>
                <a:latin typeface="Calibri"/>
              </a:rPr>
              <a:t>RAMY PROGRAMU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Calibri"/>
              </a:rPr>
              <a:t>Trzy filary podstawy programowej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00" b="0" i="1">
                <a:solidFill>
                  <a:srgbClr val="DEEAF6"/>
                </a:solidFill>
                <a:latin typeface="Calibri"/>
              </a:rPr>
              <a:t>przedmiot „Muzyka”, klasy 4–7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TRZY FILARY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Filary kształcenia muzycznego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1. Ekspresja muzyczna — śpiew, gra na instrumentach, ruch, tworzenie.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2. Język i funkcje muzyki — notacja, pojęcia, świadome słuchanie.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3. Kultura muzyczna — dziedzictwo narodowe i światowe.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Nacisk na PRAKTYKĘ: dziecko ma muzykować, nie tylko wiedzieć.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AKTYWNOŚCI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 uczeń robi na lekcji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Śpiewa — w kl. 4–7 minimum 10 utworów w roku szkolnym.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Gra na instrumentach: dzwonki, flet, perkusja Orffa, keyboard.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Rusza się i tańczy — polskie tańce narodowe (polonez, krakowiak).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Słucha i rozmawia o muzyce — kompozytorzy, style, epoki.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Tworzy i improwizuje własne struktury dźwiękowe.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KLASY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Edukacja wczesnoszkolna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Śpiew piosenek dziecięcych, zabawy śpiewane, hymn narodowy z pamięci.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Słuchanie: wysoko/nisko, cicho/głośno, solista / chór / orkiestra.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Gra na instrumentach perkusyjnych i gestodźwięki (body percussion).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Ruch przy muzyce, reagowanie na sygnały muzyczne.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KLASY 4–7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Przedmiot „Muzyka”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Emisja i higiena głosu, śpiew solo i zespołowy.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Hymn państwowy, hymn Unii Europejskiej, pieśni patriotyczne.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Notacja muzyczna w praktyce (pięciolinia, rytm, nazwy dźwięków).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Polskie tańce narodowe, sylwetki kompozytorów (Chopin, Moniuszko).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ZAJĘCIA DODATKOWE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Chór / koło wokalne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Rozwój talentów i praca nad wielogłosem (kanony, śpiew 2-głosowy).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Oprawa artystyczna uroczystości szkolnych i lokalnych.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Ścieżka rozwoju: przeglądy, konkursy, program „Śpiewająca Polska”.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Budowanie wizerunku i wspólnoty szkoły.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WYCHOWANIE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Patriotyzm przez pieśń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Hymn „Mazurek Dąbrowskiego” — poprawne wykonanie i właściwa postawa.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Pieśni patriotyczne: „Rota”, „Pierwsza Brygada”, „Przybyli ułani”…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Gotowa oprawa uroczystości: 11 listopada, 3 maja, rocznice szkolne.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METODYKA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Jak wyglądają lekcje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Stała struktura: rozśpiewanie → cel → część główna → występ → informacja zwrotna.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Metody aktywne: Orff, Kodály (fonogestyka), body percussion.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Każda lekcja to realne muzykowanie i poczucie sukcesu ucznia.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OCENIANIE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Jak oceniamy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Oceniamy ZAANGAŻOWANIE i POSTĘP, nie „talent”.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Kryteria: aktywność, śpiew, gra, wiedza, kultura odbioru muzyki.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Ocenianie kształtujące: informacja zwrotna, samoocena, ocena koleżeńska.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ZASOBY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 jest potrzebne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Sala z miejscem do ruchu, keyboard/pianino, nagłośnienie, rzutnik.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Instrumentarium Orffa, dzwonki, flety / boomwhackers.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Śpiewniki oraz dostęp do nagrań i podkładów muzycznych.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(Opcjonalnie) budżet na występy i program chóralny.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BEZPIECZEŃSTWO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Higiena i ochrona głosu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Ochrona głosu dziecka: brak krzyku, właściwa emisja, nawodnienie.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Ochrona głosu nauczyciela: technika pracy głosem, nagłośnienie.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Dobór repertuaru do naturalnej skali głosu dzieci.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KORZYŚCI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Co zyskuje szkoła i uczeń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Rozwój poznawczy i emocjonalny, lepsza koncentracja i praca zespołowa.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Reprezentacja szkoły na uroczystościach i konkursach.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Realizacja wychowawczej i patriotycznej misji szkoły.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Integracja społeczności — występy dla rodziców.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WDROŻENIE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Plan na rok szkolny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Wrzesień: diagnoza, nabór do chóru, ustalenie planu pracy.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Semestr I: podstawy + oprawa 11 listopada, jasełka i kolędy.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Semestr II: rozwój repertuaru + oprawa 3 maja, koncert końcoworoczny.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Cały rok: realizacja podstawy programowej i dokumentacja postępów.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DEEAF6"/>
                </a:solidFill>
                <a:latin typeface="Calibri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Gotowe materiały: raport zgodności z podstawą, scenariusze lekcji, repertuar.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●  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Zapraszam do rozmowy o wdrożeniu programu.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2E75B6"/>
                </a:solidFill>
                <a:latin typeface="Calibri"/>
              </a:rPr>
              <a:t>[imię i nazwisko] · [kontakt]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91672" cy="177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95959"/>
                </a:solidFill>
                <a:latin typeface="Calibri"/>
              </a:rPr>
              <a:t>Edukacja muzyczna w szkole podstawowej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473952"/>
            <a:ext cx="2313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